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rginiaM278/VirginiaMcCoy_AI_Portfolio/tree/main/Research_Papers" TargetMode="External"/><Relationship Id="rId4" Type="http://schemas.openxmlformats.org/officeDocument/2006/relationships/hyperlink" Target="mailto:virginiamccoy217@gmail.com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595360" y="1664208"/>
            <a:ext cx="777240" cy="30175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1965960"/>
            <a:ext cx="777240" cy="90525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965960"/>
            <a:ext cx="777240" cy="211226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965960"/>
            <a:ext cx="777240" cy="331927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595360" y="1664208"/>
            <a:ext cx="777240" cy="181051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595360" y="2871216"/>
            <a:ext cx="777240" cy="60350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3474720"/>
            <a:ext cx="777240" cy="60350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3474720"/>
            <a:ext cx="777240" cy="181051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95360" y="1664208"/>
            <a:ext cx="777240" cy="331927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595360" y="2871216"/>
            <a:ext cx="777240" cy="211226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595360" y="4078224"/>
            <a:ext cx="777240" cy="90525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4983480"/>
            <a:ext cx="777240" cy="30175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72600" y="1664208"/>
            <a:ext cx="77724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1664208"/>
            <a:ext cx="777240" cy="1207008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1664208"/>
            <a:ext cx="777240" cy="241401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664208"/>
            <a:ext cx="777240" cy="362102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372600" y="1664208"/>
            <a:ext cx="777240" cy="1207008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2871216"/>
            <a:ext cx="77724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871216"/>
            <a:ext cx="777240" cy="1207008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2871216"/>
            <a:ext cx="777240" cy="241401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372600" y="1664208"/>
            <a:ext cx="777240" cy="241401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372600" y="2871216"/>
            <a:ext cx="777240" cy="1207008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4078224"/>
            <a:ext cx="77724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4078224"/>
            <a:ext cx="777240" cy="1207008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9372600" y="1664208"/>
            <a:ext cx="777240" cy="362102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9372600" y="2871216"/>
            <a:ext cx="777240" cy="241401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372600" y="4078224"/>
            <a:ext cx="777240" cy="1207008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2600" y="5285232"/>
            <a:ext cx="77724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9840" y="1664208"/>
            <a:ext cx="777240" cy="30175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1664208"/>
            <a:ext cx="777240" cy="181051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49840" y="1664208"/>
            <a:ext cx="777240" cy="331927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0149840" y="1965960"/>
            <a:ext cx="777240" cy="90525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9840" y="2871216"/>
            <a:ext cx="777240" cy="60350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0" y="2871216"/>
            <a:ext cx="777240" cy="211226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0149840" y="1965960"/>
            <a:ext cx="777240" cy="211226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10149840" y="3474720"/>
            <a:ext cx="777240" cy="60350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49840" y="4078224"/>
            <a:ext cx="777240" cy="905256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0149840" y="1965960"/>
            <a:ext cx="777240" cy="331927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0149840" y="3474720"/>
            <a:ext cx="777240" cy="181051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0149840" y="4983480"/>
            <a:ext cx="777240" cy="301752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27080" y="1965960"/>
            <a:ext cx="777240" cy="50292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1965960"/>
            <a:ext cx="777240" cy="251460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0927080" y="2468880"/>
            <a:ext cx="777240" cy="100584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3474720"/>
            <a:ext cx="777240" cy="100584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0927080" y="2468880"/>
            <a:ext cx="777240" cy="251460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927080" y="4480560"/>
            <a:ext cx="777240" cy="50292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9640" y="192024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549640" y="342900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49640" y="493776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26880" y="1618488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26880" y="2825496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326880" y="4032504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326880" y="5239512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104120" y="1618488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104120" y="2825496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04120" y="4032504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104120" y="5239512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881360" y="192024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881360" y="342900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881360" y="493776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658600" y="242316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658600" y="4434840"/>
            <a:ext cx="91440" cy="9144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-548640" y="304800"/>
            <a:ext cx="1097280" cy="9144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-548640" y="304800"/>
            <a:ext cx="1097280" cy="670560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-548640" y="304800"/>
            <a:ext cx="1097280" cy="670560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-548640" y="975360"/>
            <a:ext cx="1097280" cy="9144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304800"/>
            <a:ext cx="1097280" cy="9144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304800"/>
            <a:ext cx="1097280" cy="670560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548640" y="304800"/>
            <a:ext cx="1097280" cy="670560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8640" y="975360"/>
            <a:ext cx="1097280" cy="9144"/>
          </a:xfrm>
          <a:prstGeom prst="line">
            <a:avLst/>
          </a:prstGeom>
          <a:noFill/>
          <a:ln w="9525">
            <a:solidFill>
              <a:srgbClr val="7B61FF">
                <a:alpha val="2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-580644" y="272796"/>
            <a:ext cx="64008" cy="64008"/>
          </a:xfrm>
          <a:prstGeom prst="ellipse">
            <a:avLst/>
          </a:prstGeom>
          <a:solidFill>
            <a:srgbClr val="7B61FF">
              <a:alpha val="7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-580644" y="943356"/>
            <a:ext cx="64008" cy="64008"/>
          </a:xfrm>
          <a:prstGeom prst="ellipse">
            <a:avLst/>
          </a:prstGeom>
          <a:solidFill>
            <a:srgbClr val="7B61FF">
              <a:alpha val="7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516636" y="272796"/>
            <a:ext cx="64008" cy="64008"/>
          </a:xfrm>
          <a:prstGeom prst="ellipse">
            <a:avLst/>
          </a:prstGeom>
          <a:solidFill>
            <a:srgbClr val="7B61FF">
              <a:alpha val="7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516636" y="943356"/>
            <a:ext cx="64008" cy="64008"/>
          </a:xfrm>
          <a:prstGeom prst="ellipse">
            <a:avLst/>
          </a:prstGeom>
          <a:solidFill>
            <a:srgbClr val="7B61FF">
              <a:alpha val="7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613916" y="272796"/>
            <a:ext cx="64008" cy="64008"/>
          </a:xfrm>
          <a:prstGeom prst="ellipse">
            <a:avLst/>
          </a:prstGeom>
          <a:solidFill>
            <a:srgbClr val="7B61FF">
              <a:alpha val="7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613916" y="943356"/>
            <a:ext cx="64008" cy="64008"/>
          </a:xfrm>
          <a:prstGeom prst="ellipse">
            <a:avLst/>
          </a:prstGeom>
          <a:solidFill>
            <a:srgbClr val="7B61FF">
              <a:alpha val="7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AI_PORTFOLIO — ITAI_2372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594360" y="123444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Virginia McCoy</a:t>
            </a:r>
            <a:endParaRPr lang="en-US" sz="4800" dirty="0"/>
          </a:p>
        </p:txBody>
      </p:sp>
      <p:sp>
        <p:nvSpPr>
          <p:cNvPr id="80" name="Text 78"/>
          <p:cNvSpPr/>
          <p:nvPr/>
        </p:nvSpPr>
        <p:spPr>
          <a:xfrm>
            <a:off x="640080" y="233172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AI practitioner with hands-on experience researching and evaluating real-world AI systems — from fraud detection in banking and government to computer-vision quality control in manufacturing.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640080" y="3749040"/>
            <a:ext cx="1975104" cy="457200"/>
          </a:xfrm>
          <a:prstGeom prst="roundRect">
            <a:avLst>
              <a:gd name="adj" fmla="val 16000"/>
            </a:avLst>
          </a:prstGeom>
          <a:solidFill>
            <a:srgbClr val="060919"/>
          </a:solidFill>
          <a:ln w="9525">
            <a:solidFill>
              <a:srgbClr val="00E5FF">
                <a:alpha val="7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080" y="37490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Machine Learning }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2798064" y="3749040"/>
            <a:ext cx="2740457" cy="457200"/>
          </a:xfrm>
          <a:prstGeom prst="roundRect">
            <a:avLst>
              <a:gd name="adj" fmla="val 16000"/>
            </a:avLst>
          </a:prstGeom>
          <a:solidFill>
            <a:srgbClr val="060919"/>
          </a:solidFill>
          <a:ln w="9525">
            <a:solidFill>
              <a:srgbClr val="00E5FF">
                <a:alpha val="7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98064" y="3749040"/>
            <a:ext cx="27404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Fraud &amp; Anomaly Detection }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721401" y="3749040"/>
            <a:ext cx="1890065" cy="457200"/>
          </a:xfrm>
          <a:prstGeom prst="roundRect">
            <a:avLst>
              <a:gd name="adj" fmla="val 16000"/>
            </a:avLst>
          </a:prstGeom>
          <a:solidFill>
            <a:srgbClr val="060919"/>
          </a:solidFill>
          <a:ln w="9525">
            <a:solidFill>
              <a:srgbClr val="00E5FF">
                <a:alpha val="7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21401" y="3749040"/>
            <a:ext cx="18900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Computer Vision }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794346" y="3749040"/>
            <a:ext cx="2485339" cy="457200"/>
          </a:xfrm>
          <a:prstGeom prst="roundRect">
            <a:avLst>
              <a:gd name="adj" fmla="val 16000"/>
            </a:avLst>
          </a:prstGeom>
          <a:solidFill>
            <a:srgbClr val="060919"/>
          </a:solidFill>
          <a:ln w="9525">
            <a:solidFill>
              <a:srgbClr val="00E5FF">
                <a:alpha val="7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94346" y="3749040"/>
            <a:ext cx="2485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AI Ethics &amp; Governance }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Capstone Presentation  |  Prepared for Prospective Employers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KEY_PROJECTS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Highlights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case studies analyzing AI systems solving real business problems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6011" y="2050451"/>
            <a:ext cx="763707" cy="763707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658368" cy="658368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8" name="Image 0" descr="/home/claude/pptx_project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251253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9260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Danske Bank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 (Finance)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30449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how machine learning replaced a rule-based system to flag suspicious transactions in real time, following a $200B money-laundering scandal.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5413248"/>
            <a:ext cx="3044952" cy="411480"/>
          </a:xfrm>
          <a:prstGeom prst="roundRect">
            <a:avLst>
              <a:gd name="adj" fmla="val 13333"/>
            </a:avLst>
          </a:prstGeom>
          <a:solidFill>
            <a:srgbClr val="0A0E27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413248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real_time_risk_scoring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16552" y="178308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3923" y="2050451"/>
            <a:ext cx="763707" cy="763707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36592" y="2103120"/>
            <a:ext cx="658368" cy="658368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7" name="Image 1" descr="/home/claude/pptx_project/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725" y="2251253"/>
            <a:ext cx="362102" cy="3621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90872" y="29260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BMW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690872" y="32918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Control (Manufacturing)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690872" y="3840480"/>
            <a:ext cx="30449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computer vision and machine learning used to detect assembly defects on the production line, and proposed a waste-reduction AI extension.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690872" y="5413248"/>
            <a:ext cx="3044952" cy="411480"/>
          </a:xfrm>
          <a:prstGeom prst="roundRect">
            <a:avLst>
              <a:gd name="adj" fmla="val 13333"/>
            </a:avLst>
          </a:prstGeom>
          <a:solidFill>
            <a:srgbClr val="0A0E27"/>
          </a:solidFill>
          <a:ln/>
        </p:spPr>
      </p:sp>
      <p:sp>
        <p:nvSpPr>
          <p:cNvPr id="22" name="Text 18"/>
          <p:cNvSpPr/>
          <p:nvPr/>
        </p:nvSpPr>
        <p:spPr>
          <a:xfrm>
            <a:off x="4690872" y="5413248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-60% defects · $1M saved/yr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284464" y="178308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551835" y="2050451"/>
            <a:ext cx="763707" cy="763707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604504" y="2103120"/>
            <a:ext cx="658368" cy="658368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6" name="Image 2" descr="/home/claude/pptx_project/icons/land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637" y="2251253"/>
            <a:ext cx="362102" cy="36210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58784" y="29260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Tax Agencies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558784" y="32918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Tax Fraud Detection (Public Sector)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8558784" y="3840480"/>
            <a:ext cx="30449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predictive analytics and anomaly detection used to flag high-risk tax returns, balancing automation with required human review.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558784" y="5413248"/>
            <a:ext cx="3044952" cy="411480"/>
          </a:xfrm>
          <a:prstGeom prst="roundRect">
            <a:avLst>
              <a:gd name="adj" fmla="val 13333"/>
            </a:avLst>
          </a:prstGeom>
          <a:solidFill>
            <a:srgbClr val="0A0E27"/>
          </a:solidFill>
          <a:ln/>
        </p:spPr>
      </p:sp>
      <p:sp>
        <p:nvSpPr>
          <p:cNvPr id="31" name="Text 26"/>
          <p:cNvSpPr/>
          <p:nvPr/>
        </p:nvSpPr>
        <p:spPr>
          <a:xfrm>
            <a:off x="8558784" y="5413248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predictive_risk_modeling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SKILLS_ACQUIRED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concepts mastered while researching AI across finance, manufacturing, and government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0781" y="1949501"/>
            <a:ext cx="901598" cy="90159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8" name="Image 0" descr="/home/claude/pptx_project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059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97510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28800" y="243230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in historical data to flag fraud, defects, and anomalies with continuous model improvement.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4341" y="1949501"/>
            <a:ext cx="901598" cy="90159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2011680"/>
            <a:ext cx="777240" cy="7772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4" name="Image 1" descr="/home/claude/pptx_project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220599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197510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452360" y="243230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image analysis for automated defect detection, as applied in BMW's manufacturing lines.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904488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0781" y="4116629"/>
            <a:ext cx="901598" cy="90159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4178808"/>
            <a:ext cx="777240" cy="7772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0" name="Image 2" descr="/home/claude/pptx_project/icons/chart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73118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142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828800" y="459943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 and risk scoring to estimate the likelihood of fraud before it occurs.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3904488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84341" y="4116629"/>
            <a:ext cx="901598" cy="90159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46520" y="4178808"/>
            <a:ext cx="777240" cy="7772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6" name="Image 3" descr="/home/claude/pptx_project/icons/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73118"/>
            <a:ext cx="388620" cy="3886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2360" y="4142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Ethics &amp; Governance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452360" y="459943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bias, transparency, and data privacy tradeoffs to keep human oversight in the loop.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6007608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A0E27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6007608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1234440" y="60076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every industry studied, the same pattern held: AI flags risk, humans make the final call.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and problems I'm equipped to help tackle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0A0E2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5181600"/>
            <a:ext cx="685800" cy="9144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5181600"/>
            <a:ext cx="685800" cy="335280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114800" y="5181600"/>
            <a:ext cx="685800" cy="335280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5516880"/>
            <a:ext cx="685800" cy="9144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5181600"/>
            <a:ext cx="685800" cy="9144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5181600"/>
            <a:ext cx="685800" cy="335280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800600" y="5181600"/>
            <a:ext cx="685800" cy="335280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5516880"/>
            <a:ext cx="685800" cy="9144"/>
          </a:xfrm>
          <a:prstGeom prst="line">
            <a:avLst/>
          </a:prstGeom>
          <a:noFill/>
          <a:ln w="952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87368" y="5154168"/>
            <a:ext cx="54864" cy="54864"/>
          </a:xfrm>
          <a:prstGeom prst="ellipse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87368" y="5489448"/>
            <a:ext cx="54864" cy="54864"/>
          </a:xfrm>
          <a:prstGeom prst="ellipse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73168" y="5154168"/>
            <a:ext cx="54864" cy="54864"/>
          </a:xfrm>
          <a:prstGeom prst="ellipse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73168" y="5489448"/>
            <a:ext cx="54864" cy="54864"/>
          </a:xfrm>
          <a:prstGeom prst="ellipse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58968" y="5154168"/>
            <a:ext cx="54864" cy="54864"/>
          </a:xfrm>
          <a:prstGeom prst="ellipse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58968" y="5489448"/>
            <a:ext cx="54864" cy="54864"/>
          </a:xfrm>
          <a:prstGeom prst="ellipse">
            <a:avLst/>
          </a:prstGeom>
          <a:solidFill>
            <a:srgbClr val="00E5FF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Can Apply This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25328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fraud/anomaly-detection logic using risk-scoring approaches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3593592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70432" y="34290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AI vendor tools for accuracy, bias, and data-privacy compliance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489704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70432" y="43251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technical AI capabilities into plain-language business impact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5385816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" y="522122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human-in-the-loop review workflows for AI-flagged decisions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0644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I Can Support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806440" y="2286000"/>
            <a:ext cx="2606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65180" y="2495032"/>
            <a:ext cx="615208" cy="61520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7608" y="2537460"/>
            <a:ext cx="530352" cy="530352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3" name="Image 0" descr="/home/claude/pptx_project/icons/univers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937" y="2656789"/>
            <a:ext cx="291694" cy="29169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675120" y="2286000"/>
            <a:ext cx="1600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8613648" y="2286000"/>
            <a:ext cx="2606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772388" y="2495032"/>
            <a:ext cx="615208" cy="61520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14816" y="2537460"/>
            <a:ext cx="530352" cy="530352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8" name="Image 1" descr="/home/claude/pptx_project/icons/land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145" y="2656789"/>
            <a:ext cx="291694" cy="29169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482328" y="2286000"/>
            <a:ext cx="1600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5806440" y="3520440"/>
            <a:ext cx="2606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965180" y="3729472"/>
            <a:ext cx="615208" cy="61520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007608" y="3771900"/>
            <a:ext cx="530352" cy="530352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3" name="Image 2" descr="/home/claude/pptx_project/icons/industr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37" y="3891229"/>
            <a:ext cx="291694" cy="29169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675120" y="3520440"/>
            <a:ext cx="1600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50" dirty="0"/>
          </a:p>
        </p:txBody>
      </p:sp>
      <p:sp>
        <p:nvSpPr>
          <p:cNvPr id="45" name="Shape 40"/>
          <p:cNvSpPr/>
          <p:nvPr/>
        </p:nvSpPr>
        <p:spPr>
          <a:xfrm>
            <a:off x="8613648" y="3520440"/>
            <a:ext cx="2606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772388" y="3729472"/>
            <a:ext cx="615208" cy="61520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814816" y="3771900"/>
            <a:ext cx="530352" cy="530352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8" name="Image 3" descr="/home/claude/pptx_project/icons/hospit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145" y="3891229"/>
            <a:ext cx="291694" cy="291694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482328" y="3520440"/>
            <a:ext cx="1600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50" name="Shape 44"/>
          <p:cNvSpPr/>
          <p:nvPr/>
        </p:nvSpPr>
        <p:spPr>
          <a:xfrm>
            <a:off x="5806440" y="4754880"/>
            <a:ext cx="2606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965180" y="4963912"/>
            <a:ext cx="615208" cy="61520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6007608" y="5006340"/>
            <a:ext cx="530352" cy="530352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3" name="Image 4" descr="/home/claude/pptx_project/icons/sto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937" y="5125669"/>
            <a:ext cx="291694" cy="291694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6675120" y="4754880"/>
            <a:ext cx="1600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50" dirty="0"/>
          </a:p>
        </p:txBody>
      </p:sp>
      <p:sp>
        <p:nvSpPr>
          <p:cNvPr id="55" name="Shape 48"/>
          <p:cNvSpPr/>
          <p:nvPr/>
        </p:nvSpPr>
        <p:spPr>
          <a:xfrm>
            <a:off x="8613648" y="4754880"/>
            <a:ext cx="26060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8772388" y="4963912"/>
            <a:ext cx="615208" cy="61520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8814816" y="5006340"/>
            <a:ext cx="530352" cy="530352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8" name="Image 5" descr="/home/claude/pptx_project/icons/seedlin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145" y="5125669"/>
            <a:ext cx="291694" cy="291694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9482328" y="4754880"/>
            <a:ext cx="1600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-548640" y="4754880"/>
            <a:ext cx="975360" cy="27432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029200"/>
            <a:ext cx="975360" cy="54864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5029200"/>
            <a:ext cx="975360" cy="137160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-548640" y="4754880"/>
            <a:ext cx="975360" cy="137160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-548640" y="5577840"/>
            <a:ext cx="975360" cy="54864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548640" y="6126480"/>
            <a:ext cx="975360" cy="27432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720" y="4754880"/>
            <a:ext cx="975360" cy="9144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720" y="4754880"/>
            <a:ext cx="975360" cy="82296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720" y="4754880"/>
            <a:ext cx="975360" cy="164592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26720" y="4754880"/>
            <a:ext cx="975360" cy="82296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720" y="5577840"/>
            <a:ext cx="975360" cy="9144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720" y="5577840"/>
            <a:ext cx="975360" cy="82296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426720" y="4754880"/>
            <a:ext cx="975360" cy="164592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26720" y="5577840"/>
            <a:ext cx="975360" cy="82296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720" y="6400800"/>
            <a:ext cx="975360" cy="9144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2080" y="4754880"/>
            <a:ext cx="975360" cy="27432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2080" y="4754880"/>
            <a:ext cx="975360" cy="137160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402080" y="5029200"/>
            <a:ext cx="975360" cy="54864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2080" y="5577840"/>
            <a:ext cx="975360" cy="54864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402080" y="5029200"/>
            <a:ext cx="975360" cy="137160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402080" y="6126480"/>
            <a:ext cx="975360" cy="274320"/>
          </a:xfrm>
          <a:prstGeom prst="line">
            <a:avLst/>
          </a:prstGeom>
          <a:noFill/>
          <a:ln w="9525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-589788" y="498805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-589788" y="608533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5572" y="471373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5572" y="553669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85572" y="635965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60932" y="471373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60932" y="553669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0932" y="635965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36292" y="498805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36292" y="6085332"/>
            <a:ext cx="82296" cy="82296"/>
          </a:xfrm>
          <a:prstGeom prst="ellipse">
            <a:avLst/>
          </a:prstGeom>
          <a:solidFill>
            <a:srgbClr val="7B61FF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692640" y="243840"/>
            <a:ext cx="128016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243840"/>
            <a:ext cx="1280160" cy="79248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9692640" y="243840"/>
            <a:ext cx="1280160" cy="79248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0" y="1036320"/>
            <a:ext cx="128016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0" y="243840"/>
            <a:ext cx="128016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0" y="243840"/>
            <a:ext cx="1280160" cy="79248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0972800" y="243840"/>
            <a:ext cx="1280160" cy="792480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0" y="1036320"/>
            <a:ext cx="1280160" cy="9144"/>
          </a:xfrm>
          <a:prstGeom prst="line">
            <a:avLst/>
          </a:prstGeom>
          <a:noFill/>
          <a:ln w="952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56064" y="207264"/>
            <a:ext cx="73152" cy="73152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656064" y="999744"/>
            <a:ext cx="73152" cy="73152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936224" y="207264"/>
            <a:ext cx="73152" cy="73152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936224" y="999744"/>
            <a:ext cx="73152" cy="73152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2216384" y="207264"/>
            <a:ext cx="73152" cy="73152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2216384" y="999744"/>
            <a:ext cx="73152" cy="73152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CONNECT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40080" y="9601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3800" dirty="0"/>
          </a:p>
        </p:txBody>
      </p:sp>
      <p:sp>
        <p:nvSpPr>
          <p:cNvPr id="49" name="Text 47"/>
          <p:cNvSpPr/>
          <p:nvPr/>
        </p:nvSpPr>
        <p:spPr>
          <a:xfrm>
            <a:off x="658368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reviewing my AI coursework and portfolio.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40080" y="260604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060919"/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6851" y="2787091"/>
            <a:ext cx="689458" cy="68945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" y="283464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3" name="Image 0" descr="/home/claude/pptx_project/icon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968371"/>
            <a:ext cx="326898" cy="326898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691640" y="27706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GITHUB_PORTFOLIO</a:t>
            </a:r>
            <a:endParaRPr lang="en-US" sz="1100" dirty="0"/>
          </a:p>
        </p:txBody>
      </p:sp>
      <p:sp>
        <p:nvSpPr>
          <p:cNvPr id="55" name="Text 52">
            <a:hlinkClick r:id="rId2" tooltip=""/>
          </p:cNvPr>
          <p:cNvSpPr/>
          <p:nvPr/>
        </p:nvSpPr>
        <p:spPr>
          <a:xfrm>
            <a:off x="1691640" y="30815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github.com/VirginiaM278/VirginiaMcCoy_AI_Portfolio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40080" y="393192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060919"/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66851" y="4112971"/>
            <a:ext cx="689458" cy="689458"/>
          </a:xfrm>
          <a:prstGeom prst="ellipse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14400" y="416052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9" name="Image 1" descr="/home/claude/pptx_project/icons/envelop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309110"/>
            <a:ext cx="297180" cy="297180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1691640" y="40965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00" dirty="0"/>
          </a:p>
        </p:txBody>
      </p:sp>
      <p:sp>
        <p:nvSpPr>
          <p:cNvPr id="61" name="Text 57">
            <a:hlinkClick r:id="rId4" tooltip=""/>
          </p:cNvPr>
          <p:cNvSpPr/>
          <p:nvPr/>
        </p:nvSpPr>
        <p:spPr>
          <a:xfrm>
            <a:off x="1691640" y="4407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virginiamccoy217@gmail.com</a:t>
            </a:r>
            <a:endParaRPr lang="en-US" sz="1400" dirty="0"/>
          </a:p>
        </p:txBody>
      </p:sp>
      <p:sp>
        <p:nvSpPr>
          <p:cNvPr id="62" name="Text 58"/>
          <p:cNvSpPr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McCoy  |  ITAI 2372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2026-07-31T20:01:02Z</dcterms:created>
  <dcterms:modified xsi:type="dcterms:W3CDTF">2026-07-31T20:01:02Z</dcterms:modified>
</cp:coreProperties>
</file>